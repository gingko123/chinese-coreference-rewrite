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23cfd288494baa" /><Relationship Type="http://schemas.openxmlformats.org/officeDocument/2006/relationships/extended-properties" Target="/docProps/app.xml" Id="R7990a038bb5642ac" /><Relationship Type="http://schemas.openxmlformats.org/officeDocument/2006/relationships/officeDocument" Target="/ppt/presentation.xml" Id="Rb888cc97427f4d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6132e509ef408d"/>
  </p:sldMasterIdLst>
  <p:notesMasterIdLst>
    <p:notesMasterId xmlns:r="http://schemas.openxmlformats.org/officeDocument/2006/relationships" r:id="R752232579631464a"/>
  </p:notesMasterIdLst>
  <p:sldIdLst>
    <p:sldId xmlns:r="http://schemas.openxmlformats.org/officeDocument/2006/relationships" id="256" r:id="R531b0f8a6e4c4b60"/>
    <p:sldId xmlns:r="http://schemas.openxmlformats.org/officeDocument/2006/relationships" id="257" r:id="R6d7af3ef61394509"/>
    <p:sldId xmlns:r="http://schemas.openxmlformats.org/officeDocument/2006/relationships" id="258" r:id="R7c505fe139e547f7"/>
    <p:sldId xmlns:r="http://schemas.openxmlformats.org/officeDocument/2006/relationships" id="259" r:id="R46c7fea4210f48c9"/>
    <p:sldId xmlns:r="http://schemas.openxmlformats.org/officeDocument/2006/relationships" id="260" r:id="Rcd4bd9f7ef83413e"/>
    <p:sldId xmlns:r="http://schemas.openxmlformats.org/officeDocument/2006/relationships" id="261" r:id="R63b79474f7f4480f"/>
    <p:sldId xmlns:r="http://schemas.openxmlformats.org/officeDocument/2006/relationships" id="262" r:id="R566012d2b9564d72"/>
    <p:sldId xmlns:r="http://schemas.openxmlformats.org/officeDocument/2006/relationships" id="263" r:id="R50055f64ce8a4f75"/>
    <p:sldId xmlns:r="http://schemas.openxmlformats.org/officeDocument/2006/relationships" id="264" r:id="Rda20a08263ec4d63"/>
    <p:sldId xmlns:r="http://schemas.openxmlformats.org/officeDocument/2006/relationships" id="265" r:id="R74718f5d433045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b8d44a93d14f64" /><Relationship Type="http://schemas.openxmlformats.org/officeDocument/2006/relationships/slideMaster" Target="/ppt/slideMasters/slideMaster1.xml" Id="Rc86132e509ef408d" /><Relationship Type="http://schemas.openxmlformats.org/officeDocument/2006/relationships/notesMaster" Target="/ppt/notesMasters/notesMaster1.xml" Id="R752232579631464a" /><Relationship Type="http://schemas.openxmlformats.org/officeDocument/2006/relationships/presProps" Target="/ppt/presProps.xml" Id="Rcf3bea5a8f8d485f" /><Relationship Type="http://schemas.openxmlformats.org/officeDocument/2006/relationships/viewProps" Target="/ppt/viewProps.xml" Id="Rc52ecf69136c42b0" /><Relationship Type="http://schemas.openxmlformats.org/officeDocument/2006/relationships/tableStyles" Target="/ppt/tableStyles.xml" Id="Rf4b92487a1434569" /><Relationship Type="http://schemas.openxmlformats.org/officeDocument/2006/relationships/slide" Target="/ppt/slides/slide1.xml" Id="R531b0f8a6e4c4b60" /><Relationship Type="http://schemas.openxmlformats.org/officeDocument/2006/relationships/slide" Target="/ppt/slides/slide2.xml" Id="R6d7af3ef61394509" /><Relationship Type="http://schemas.openxmlformats.org/officeDocument/2006/relationships/slide" Target="/ppt/slides/slide3.xml" Id="R7c505fe139e547f7" /><Relationship Type="http://schemas.openxmlformats.org/officeDocument/2006/relationships/slide" Target="/ppt/slides/slide4.xml" Id="R46c7fea4210f48c9" /><Relationship Type="http://schemas.openxmlformats.org/officeDocument/2006/relationships/slide" Target="/ppt/slides/slide5.xml" Id="Rcd4bd9f7ef83413e" /><Relationship Type="http://schemas.openxmlformats.org/officeDocument/2006/relationships/slide" Target="/ppt/slides/slide6.xml" Id="R63b79474f7f4480f" /><Relationship Type="http://schemas.openxmlformats.org/officeDocument/2006/relationships/slide" Target="/ppt/slides/slide7.xml" Id="R566012d2b9564d72" /><Relationship Type="http://schemas.openxmlformats.org/officeDocument/2006/relationships/slide" Target="/ppt/slides/slide8.xml" Id="R50055f64ce8a4f75" /><Relationship Type="http://schemas.openxmlformats.org/officeDocument/2006/relationships/slide" Target="/ppt/slides/slide9.xml" Id="Rda20a08263ec4d63" /><Relationship Type="http://schemas.openxmlformats.org/officeDocument/2006/relationships/slide" Target="/ppt/slides/slide10.xml" Id="R74718f5d433045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012914d9404d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23554a0da34dc6" /><Relationship Type="http://schemas.openxmlformats.org/officeDocument/2006/relationships/notesMaster" Target="/ppt/notesMasters/notesMaster1.xml" Id="R13cd16a0fe7c40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467c5dbe47465e" /><Relationship Type="http://schemas.openxmlformats.org/officeDocument/2006/relationships/notesMaster" Target="/ppt/notesMasters/notesMaster1.xml" Id="R14884acabb2a41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4fce116bf84f47" /><Relationship Type="http://schemas.openxmlformats.org/officeDocument/2006/relationships/notesMaster" Target="/ppt/notesMasters/notesMaster1.xml" Id="R5aac9833b2aa40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54afb80bc044ca" /><Relationship Type="http://schemas.openxmlformats.org/officeDocument/2006/relationships/notesMaster" Target="/ppt/notesMasters/notesMaster1.xml" Id="Rd9eae0151d6d4b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689710345a4b5f" /><Relationship Type="http://schemas.openxmlformats.org/officeDocument/2006/relationships/notesMaster" Target="/ppt/notesMasters/notesMaster1.xml" Id="R1e576fc079834a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de83e367a54efd" /><Relationship Type="http://schemas.openxmlformats.org/officeDocument/2006/relationships/notesMaster" Target="/ppt/notesMasters/notesMaster1.xml" Id="R1132d2536a5b4a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eb793d3f5d48e1" /><Relationship Type="http://schemas.openxmlformats.org/officeDocument/2006/relationships/notesMaster" Target="/ppt/notesMasters/notesMaster1.xml" Id="R47d71c7793c34f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8888fe0e6043e1" /><Relationship Type="http://schemas.openxmlformats.org/officeDocument/2006/relationships/notesMaster" Target="/ppt/notesMasters/notesMaster1.xml" Id="Rddc2a4357ffe4b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70b1e63d1a425e" /><Relationship Type="http://schemas.openxmlformats.org/officeDocument/2006/relationships/notesMaster" Target="/ppt/notesMasters/notesMaster1.xml" Id="R6a7a7b271a5f4f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2a6dda60694f6f" /><Relationship Type="http://schemas.openxmlformats.org/officeDocument/2006/relationships/notesMaster" Target="/ppt/notesMasters/notesMaster1.xml" Id="R30b96941891543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1ee12676c49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4fa03229b9484c" /><Relationship Type="http://schemas.openxmlformats.org/officeDocument/2006/relationships/slideLayout" Target="/ppt/slideLayouts/slideLayout1.xml" Id="R2f13fc10e3c248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13fc10e3c248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aa8d0eb3543ab" /><Relationship Type="http://schemas.openxmlformats.org/officeDocument/2006/relationships/notesSlide" Target="/ppt/notesSlides/notesSlide1.xml" Id="R01bb87c43c8d49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b6da571c549cb" /><Relationship Type="http://schemas.openxmlformats.org/officeDocument/2006/relationships/notesSlide" Target="/ppt/notesSlides/notesSlide2.xml" Id="R04774c7e99f14d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fffefb69142d1" /><Relationship Type="http://schemas.openxmlformats.org/officeDocument/2006/relationships/notesSlide" Target="/ppt/notesSlides/notesSlide3.xml" Id="R2779d74b79004b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e5e4e147f4426" /><Relationship Type="http://schemas.openxmlformats.org/officeDocument/2006/relationships/notesSlide" Target="/ppt/notesSlides/notesSlide4.xml" Id="R47d8cfa1c04b48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4497802884fa7" /><Relationship Type="http://schemas.openxmlformats.org/officeDocument/2006/relationships/notesSlide" Target="/ppt/notesSlides/notesSlide5.xml" Id="R0c6d87860a6644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965ad46814c62" /><Relationship Type="http://schemas.openxmlformats.org/officeDocument/2006/relationships/notesSlide" Target="/ppt/notesSlides/notesSlide6.xml" Id="Rfd214319471c4e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5f6171502426d" /><Relationship Type="http://schemas.openxmlformats.org/officeDocument/2006/relationships/notesSlide" Target="/ppt/notesSlides/notesSlide7.xml" Id="R34d8e2562b8d48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52ac3b8b2484d" /><Relationship Type="http://schemas.openxmlformats.org/officeDocument/2006/relationships/notesSlide" Target="/ppt/notesSlides/notesSlide8.xml" Id="Rcad66b12ca1845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994e55bbe48a4" /><Relationship Type="http://schemas.openxmlformats.org/officeDocument/2006/relationships/notesSlide" Target="/ppt/notesSlides/notesSlide9.xml" Id="Rcfb6f41cb75b4b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3bc06b69c4f57" /><Relationship Type="http://schemas.openxmlformats.org/officeDocument/2006/relationships/notesSlide" Target="/ppt/notesSlides/notesSlide10.xml" Id="Raa44f455247e41e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AEAD3-559C-4D49-BAC4-2A07F659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9F420-48CC-4BD7-A219-BEA9C19E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2B678-FF31-4525-9B17-F7ED7A7F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rPr>
              <a:t>自然语言处理期末项目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00C48-47D6-4864-9353-EBD95B7F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09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中文指代消解与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句子改写系统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4E56A-A21C-4499-B930-5CF5B071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rPr>
              <a:t>把“她 / 它 / 该公司”这类隐含指代转成明确实体关系，并生成可解释的改写文本。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EDA9F-5433-4756-8E80-ABEF212A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04950"/>
            <a:ext cx="1676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AA755-221C-4B7E-B74B-E56451FC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7640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C31D8-89F0-45E2-9D25-A751A4EB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288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标注样本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C2130-D128-4BE8-B006-04F49C12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demo/dev/test 划分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2F74E-EC93-4FDC-9D8E-712D4A3E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04950"/>
            <a:ext cx="1676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076ED-A8C0-42E8-B3D3-7BF7A88F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3763A-4056-4A52-9B83-6E0C8676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288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指代关系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EB484-E413-456D-87FB-B79520A5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关系级评估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0B88F-CCF2-4112-84F2-04763147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1676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CE1AA-6822-4075-8A29-D1960EA2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2420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B1D52-5898-487F-9F29-2095CF87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766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测试集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FA355-8755-4141-9DF6-30CDC8DF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338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构造数据集验证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29759-6B76-4F3D-ADC0-843F4F99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552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C7D6"/>
                </a:solidFill>
                <a:latin typeface="Microsoft YaHei"/>
                <a:ea typeface="Microsoft YaHei"/>
                <a:cs typeface="Microsoft YaHei"/>
              </a:rPr>
              <a:t>成员：________  学号：________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9948A-58B9-4D78-924A-78A584CE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C3DBE-B4C9-4ED2-A6AD-7C1FEA8D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08717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F5EC80-5726-40C4-9F36-0C94E426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8C73D78-91FE-405F-A3D1-56956CC9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PROJECT BACKGROUND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2FE94C7-2445-4B6A-8CD8-B2A2DE3B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F463F-F736-4A59-8ED9-777D4427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指代词很短，却会阻断机器对文本的理解。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B9C66-7E3C-428E-AA0F-9C3AAD71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43434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C83B5-1E6F-47CD-AB33-9B9E91C5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原始句子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522FB-3FA9-4A0F-86A6-F22B330D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小明把书给了小红，</a:t>
            </a:r>
          </a:p>
          <a:p xmlns:a="http://schemas.openxmlformats.org/drawingml/2006/main">
            <a:pPr algn="l">
              <a:defRPr sz="22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因为她需要它。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3E2FC-6D95-4C89-8241-AD4512C1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问题：她是谁？它是什么？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37188-1924-45BA-A693-33B6A1B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43434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AD2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53AE0-B5B4-4DED-8A79-49F68AE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明确关系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012B9-4FD8-4446-941D-441F20F4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她  →  小红</a:t>
            </a:r>
          </a:p>
          <a:p xmlns:a="http://schemas.openxmlformats.org/drawingml/2006/main">
            <a:pPr algn="l">
              <a:defRPr sz="25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它  →  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E39B3-90C6-47AF-8D2A-2E7B9BFD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解决：显式建模实体链，再改写文本。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FCD1C-0294-4CA5-BA2A-C68B2345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28286-2A45-4CFE-B82F-5AEFFC15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28400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1624B-E99B-4D59-9B2B-BEFD5F70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D98EBE-5B96-456E-A794-D4F7D283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TASK DEFINITION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1C16670-65F5-41AE-9C10-1D27875F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1D55A-F47A-4201-BCAB-AFFE883C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系统目标不是生成新故事，而是把原文中的隐含指代说清楚。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17099-01B1-4BFD-8AB2-FDA10CB5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50829-7DBF-46C6-8E17-C359EF50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0C3BD-4382-438E-82D4-45A5D9B1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小红买了一部手机，</a:t>
            </a:r>
          </a:p>
          <a:p xmlns:a="http://schemas.openxmlformats.org/drawingml/2006/main">
            <a:pPr algn="l">
              <a:defRPr sz="20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她很喜欢它。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568D1-E7F0-4CF4-8A80-F489E77D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33625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E5D95-30D7-43EE-9E81-5195307D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9077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识别代词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7CD3C-BF21-44C2-8D9E-9B76D7F8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051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CCEBE-F8B0-4D07-88B3-C1A5A6EC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6230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预测先行词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10A33-0ED2-4A01-9F86-476D7966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76675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9B0AE-66FC-4D77-983B-F4263D5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3382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生成改写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9A03F-1D6E-4794-9B95-2E56EF1F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B917E-E2C9-447B-BA77-BEFE7C7A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B2881-F65D-4280-BFD2-B40F1400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C6A0C-B9F6-4B9D-9821-E71FF8E6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619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B7E1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92459-625A-4E15-86B7-59FA13BD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04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她 → 小红</a:t>
            </a:r>
          </a:p>
          <a:p xmlns:a="http://schemas.openxmlformats.org/drawingml/2006/main">
            <a:pPr algn="l">
              <a:def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它 → 手机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小红买了一部手机，</a:t>
            </a:r>
          </a:p>
          <a:p xmlns:a="http://schemas.openxmlformats.org/drawingml/2006/main">
            <a:pPr algn="l">
              <a:def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小红很喜欢手机。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7E404-DC74-4520-BB80-A99D6EBA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E3A"/>
                </a:solidFill>
                <a:latin typeface="Microsoft YaHei"/>
                <a:ea typeface="Microsoft YaHei"/>
                <a:cs typeface="Microsoft YaHei"/>
              </a:rPr>
              <a:t>输出同时服务两个目的：可解释的指代关系 + 可阅读的改写文本。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F3BC36-ABBF-4F06-8062-74EF8078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AB992-81BC-455B-B536-9545AED7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71341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928BA6-2E50-43E3-B8EE-0C914473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626E2BF-7252-4FD2-91FF-4B853F2F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SYSTEM ARCHITECTURE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D13B14-E478-4C9C-9FD3-8F56ABC7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08762-E836-4E10-B13E-94F950B7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轻量级流水线把 NLP 分析、规则消解和可视化展示串起来。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3E822-535B-4B7E-8926-175B7A9C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638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F8494-213F-4630-92D7-363C9477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文本输入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32F91-1119-4B16-8064-F528565D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用户文本 / 示例文本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06A21-E8D5-4935-A0C7-C806C0D8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861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7F4-8DE9-4A81-932A-C866FE11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7767D-676E-4FBC-96FD-D7FA820D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1638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2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3C40C-C3F0-4CB5-B4B5-AA13BDA9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Mention 抽取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0F3A2-3667-4876-9C0E-833FACCE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623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实体、名词、代词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EAFCD-FAEE-462D-994A-A2A4631E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861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543BD-3FBF-41A5-BBFF-736147E5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9510A-7338-49F6-BCFF-2DA7EB35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638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03A89-FE69-413F-BE13-79154F48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候选生成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B168B-48E3-49FF-B4C5-9B7ECB58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623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先前实体 + 短语核心词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205D8-DC9F-461E-B240-D79C1E90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42630-22D6-4C4D-AADE-F5A00B0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28950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B4647-E588-4EB0-A5D9-D694BD29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1638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2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D9832-5E6A-427C-86C5-11169C03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规则打分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8379E4-3152-4D80-B699-9B49B52F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距离 / 类型 / 性别 / 位置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31946-491C-4133-BB56-16965DE2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61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51ECC-EBA8-4D73-BBC9-BB53472D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358D1-4088-472E-AD66-2C5415D5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1638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75897-5DA5-44C1-AEFA-CDEC0A1D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结果展示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967A6-2C11-4667-BB89-ADCA0292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623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关系、分数、改写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A97810-23C4-46AC-8CC9-897AEEE4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7886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C6956-78DE-406A-9F51-300B2C01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核心代码：mention_extractor.py  →  resolver.py  →  rewriter.py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 evaluator.py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A93824-B863-48A2-9D19-2DAD55F4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9BDE1-0566-41BF-B8FD-D0419F67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05258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82B4E2-A79E-484A-B4CB-8F507CF6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923E849-C9D8-421D-8BFC-F72F8E6C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RULE ENGINE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4E3DB8B-7AC0-4DED-B9C5-EED6DD4C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FD5B6-A6D6-4065-8DE3-6B07108A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候选实体的分数来自四个可解释信号。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CAEFB-70B8-4C19-AEAA-E5D783E2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885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4F5F1-35CE-417C-8802-4A566AD6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336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距离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8446F-641D-4686-8F07-B5AA0C92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33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越靠近代词，越可能是先行词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EBF3E-E188-4517-83A7-A0CF26C5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+0.0 ~ +0.3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FAFE2-256F-4501-8357-88D16246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885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7F8EA-82A6-4BC6-813D-6A78CCAE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765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98308-C716-4154-B63E-05819756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765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先行词通常出现在代词之前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4B25F-D496-4D31-BF36-30F98E0D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765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+0.15 / -0.4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F4515-DFFC-4EA3-B744-EE2232DE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885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39194-8E75-4A82-A235-C548C938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95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5E7BF-9B07-409C-A076-FC6046A2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195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他/她匹配人物，它匹配物体，该公司匹配组织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73C87-576C-4A70-A256-62AD4598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95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+0.45 ~ +0.50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8DC78-561C-4BC8-B46B-36BAAC4B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885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88467-06ED-4807-B23B-8F06E7A2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62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性别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2189C-9435-4A20-980F-64A79687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624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他/她与姓名性别线索匹配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90A48-8E5C-417A-9D2D-A480AE29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624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+0.25 / -0.35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EF17F-461F-406A-B48F-A09DC992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29250"/>
            <a:ext cx="7200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7DC07-F4EF-4A95-9C88-B97C822B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final_score = distance + position + type + gender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704305-D78A-43B7-90F2-469E9010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23EBCC-72F1-489E-829D-26ECCBBE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67561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22D37-ACE4-4965-9EDE-E0003DB1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0D58113-4FA6-4CBF-B125-E9E46191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DATASET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B078A0-23B7-4224-98B4-AFD908E7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CD364-EBDB-4783-827E-EF9D41C3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自建小数据集覆盖课程项目最需要展示的指代类型。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BAA20-7E60-463B-A379-2B12A66E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1676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5F3EA-5DD0-4732-BC9C-55DF5C09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EF699-0A61-4EB9-B1EB-A17ABF21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479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48028-AE87-4288-852A-5F0B182C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课堂演示样本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4D73C-D9AF-4465-AAE9-DA6A20A5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676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92914-1CB5-48D4-A955-6E72BD0D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955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850B0-E130-4B13-A898-DE975143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479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dev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4389C-5290-402D-800E-0BCCCA32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规则调试样本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00681-E14E-4811-B802-E880F7B6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1676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6B1A4-ADF8-484B-BBB8-D9B4FFA3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955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D22CD-B191-4530-9AFD-DA71F749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479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A4DFB-4079-4227-80B9-32B257D7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最终评估样本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5D9FF-8ABB-4A33-8935-27D374A8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1676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2BFC9-A401-4FD0-A2EF-70A08A65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955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86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0726A-DDD7-47F2-89C8-AC991997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relations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CD438-7F1E-4E04-87F0-2D4D81D9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完整指代关系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94A08-C3EE-4ADD-AA83-8702C126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286000" cy="27241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61171-B653-40F3-9AE6-B02FEA33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覆盖类型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0438D-0461-46E5-9CFF-40E70A6C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• 人物指代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5D21C-84DD-4A6B-BBAC-6A1C1B27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81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• 物体指代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E929D2-F0DF-4324-A99F-A2A784CE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43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• 组织指代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C21EBA-ABF5-40A5-951F-3C00A541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• 指示短语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CABA80-8079-46C9-90D4-3F92B9A1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6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• 多候选实体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A2C724-C58B-40FE-8095-37F9D0CF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2E3A"/>
                </a:solidFill>
                <a:latin typeface="Microsoft YaHei"/>
                <a:ea typeface="Microsoft YaHei"/>
                <a:cs typeface="Microsoft YaHei"/>
              </a:rPr>
              <a:t>标注格式：text + coreference + rewrite，便于直接评估和展示。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074976-0D0F-4B49-9923-0AFBD813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AE1BFD-7A34-4C39-915B-6C5C5716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60681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DE366A-5BCB-4543-88E7-FED08A0E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2DECBA-8AC0-4EE6-A960-D1E1AF08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2679D88-3C9E-4496-8E3A-809D9CA9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E8E33-058E-49D9-A1A4-5FFC4A72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在构造数据集上，规则版原型完成了关系级验证。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AAC2B-6DA6-463E-9334-5FAF4D53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943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82080-6192-44C4-A659-51580495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15D49-A3A8-4F41-BF5D-57F559AF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53811-2783-40D2-B704-7D4E28D9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1943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1DDD7-4E81-467E-AA91-B12A5208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33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A7A1D-1979-437F-A0B3-16950E16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01C77-3D44-45AE-9530-3A9755CD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943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8C428-8BDA-4F78-9B28-AA8F1DAD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33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D4B21-1379-41E4-AF00-02A67A4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051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71A5A-81E4-4FC8-B22B-9B08BA19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1943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90887-428C-489C-8D32-69C6F44C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100DB-E5E1-4D05-A2A6-A2A268AE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63BAC-5D48-414A-AAC1-FC3110AA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8286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F0CA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C9F2E-7DF7-43B3-9BCF-20D75AE2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解释口径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BD40B-C845-47F6-BD98-2080E120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14850"/>
            <a:ext cx="628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结果代表原型在自建典型样本上的功能验证；真实开放语料仍需要更大数据集和语义模型增强。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DC3EB-949E-449B-80E3-D06D2E10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3CD15-EBD1-4F08-AD54-1FEAAAA8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58605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54ABEA-EDF7-441E-8197-7647AED6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C96B5E-9CBC-4EC0-8A1D-8648A342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DEMO INTERFACE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3765235-F6E4-4F2E-9F49-B0DD22CA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D5ECD-33BC-466A-A9B7-EEAD543E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Streamlit 把分析过程和评估结果放在同一个可演示界面里。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9B31C-6B80-4E46-80BD-B7C5AA57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99922-8386-4A26-A3A8-257D048F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单文本分析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FEC01-2919-4A86-BF23-50E09ADD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361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1. 输入文本或选择示例</a:t>
            </a:r>
          </a:p>
          <a:p xmlns:a="http://schemas.openxmlformats.org/drawingml/2006/main">
            <a:pPr algn="l">
              <a:def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2. 高亮实体和代词</a:t>
            </a:r>
          </a:p>
          <a:p xmlns:a="http://schemas.openxmlformats.org/drawingml/2006/main">
            <a:pPr algn="l">
              <a:def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3. 展示候选实体分数</a:t>
            </a:r>
          </a:p>
          <a:p xmlns:a="http://schemas.openxmlformats.org/drawingml/2006/main">
            <a:pPr algn="l">
              <a:def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4. 输出改写结果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6C606-3090-4415-BC8F-380BB439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AD2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DE564-B3CD-4E53-8215-75AD8656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24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数据集评估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557D0-96C6-4555-A0B5-D6A20F23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361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1. 选择 demo/dev/test</a:t>
            </a:r>
          </a:p>
          <a:p xmlns:a="http://schemas.openxmlformats.org/drawingml/2006/main">
            <a:pPr algn="l">
              <a:def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2. 查看 Accuracy / P / R / F1</a:t>
            </a:r>
          </a:p>
          <a:p xmlns:a="http://schemas.openxmlformats.org/drawingml/2006/main">
            <a:pPr algn="l">
              <a:def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3. 自动展示错误样本</a:t>
            </a:r>
          </a:p>
          <a:p xmlns:a="http://schemas.openxmlformats.org/drawingml/2006/main">
            <a:pPr algn="l">
              <a:def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4. 支持报告实验截图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D5F77-D876-47AE-94E9-D761DA97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2E3A"/>
                </a:solidFill>
                <a:latin typeface="Microsoft YaHei"/>
                <a:ea typeface="Microsoft YaHei"/>
                <a:cs typeface="Microsoft YaHei"/>
              </a:rPr>
              <a:t>界面目标：让老师能看到输入、过程、结果和评估，而不只是看到一段代码。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EA1D9-7285-4424-A2D5-F63D0F9A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F97A3-A4A4-4409-AE2C-A4AC49CB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33333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E33394-EB31-4D16-9B0B-9D884CC4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7DC1D18-D64E-481A-A75C-0075F8FD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CHALLENGES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066FD10-D924-4FE4-A283-904C63AD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97C85-AB86-42B0-A83F-61C86E0B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规则方法可解释，但也暴露出中文指代消解的真实难点。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01725-E1A9-4A72-A1EF-B5B041DD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35CB6-9EE4-4F15-8DED-E4DA5B96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09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910DE-23CF-4F10-9025-3632FF88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姓名和组织名容易被规则误切分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74EB8-5C6E-4426-8CFD-09FF1731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收紧姓名词表，补充组织词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5EBCA-E3F2-462E-AA65-1D4E9704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594E2-0508-461F-84EF-A947E917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指示短语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15224-9929-4FF0-B89A-D67EE02B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该系统、该报告、这些作业类型多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6D338-E6A7-4341-97B7-AF34FDA7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90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扩展代词表并统一类型映射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4FDDC-C60F-4215-B22E-2CEEB4C4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C8B50-0CC5-4108-B724-DB6894C5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62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语义歧义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C3F8E-F724-4F8B-BDB6-841E7A62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671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多候选人物需要常识判断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B431F-1041-4C5B-B273-CD540E41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未来引入 BERT 语义匹配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2416A-B74C-4E66-AF23-16EC9B99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B0CA9-4F60-409D-8C81-E54C48FE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38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改写自然度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39B91-7E48-49D8-99E9-F4C3FA01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434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直接替换可能产生重复表达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C456A-BE91-459B-8782-2A72107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434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后续加入改写优化规则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2C0CF-4442-43E4-BDA8-0F967E3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80C5E-7EA9-4A80-9A55-C6726A3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63008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1BB133-FB86-4650-8571-21F4F813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BDB24-EF52-443F-84CD-B5DF4813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0942D-8827-41B2-A57E-400357AA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已完成一个可运行、可解释、可演示的中文指代消解原型。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DC199-5AFF-42F4-9D3E-EE927781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F9BB8-75F4-410A-94CA-032628A2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05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CD4D3-38BE-4670-90BE-ACD4F66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81400"/>
            <a:ext cx="2209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规则版 baseline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Streamlit Demo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自建数据集评估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A5892-1597-4277-B82A-7CB24954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65A38-517C-493E-A0C9-E33D479C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11814-3590-4364-8FC4-851F91A6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81400"/>
            <a:ext cx="2209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接入 HanLP / LTP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扩大真实语料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增强错误分析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52CD1-6AA6-495C-B336-449BD2E2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AD175-75FF-4CE2-A5DB-15EF15A0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5A182-7EFC-4C0B-8C20-33E9CB5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2209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BERT 语义匹配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更自然的改写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面向问答场景应用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4CB68-CCC0-45C9-8289-1EBC08D5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C1A1A-E934-431B-8847-6B469142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FEBA9-1B1A-4027-9124-ED88F82E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2475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2026-06-12T06:02:58.1720000Z</dcterms:created>
  <dcterms:modified xsi:type="dcterms:W3CDTF">2026-06-12T06:02:58.1720000Z</dcterms:modified>
</coreProperties>
</file>